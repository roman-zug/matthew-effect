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D0B6E2-895F-4235-BFFD-3C92442D8B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03F2ABD-9C65-471B-82DC-59278BE6C3A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1290960" y="11880"/>
            <a:ext cx="7498080" cy="5148000"/>
          </a:xfrm>
          <a:prstGeom prst="rect">
            <a:avLst/>
          </a:prstGeom>
          <a:ln w="0">
            <a:noFill/>
          </a:ln>
        </p:spPr>
      </p:pic>
      <p:sp>
        <p:nvSpPr>
          <p:cNvPr id="8" name=""/>
          <p:cNvSpPr txBox="1"/>
          <p:nvPr/>
        </p:nvSpPr>
        <p:spPr>
          <a:xfrm>
            <a:off x="264600" y="5101200"/>
            <a:ext cx="9601200" cy="49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Figure_4_spline_old_01.jpg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Produced with Figure_4_Correlations.m, which loads </a:t>
            </a:r>
            <a:r>
              <a:rPr b="0" lang="en-US" sz="1400" spc="-1" strike="noStrike">
                <a:solidFill>
                  <a:srgbClr val="000000"/>
                </a:solidFill>
                <a:latin typeface="Consolas;Courier"/>
                <a:ea typeface="Consolas;Courier"/>
              </a:rPr>
              <a:t>categories_2025-01-25_spline.mat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1289160" y="11880"/>
            <a:ext cx="7498080" cy="5148000"/>
          </a:xfrm>
          <a:prstGeom prst="rect">
            <a:avLst/>
          </a:prstGeom>
          <a:ln w="0">
            <a:noFill/>
          </a:ln>
        </p:spPr>
      </p:pic>
      <p:sp>
        <p:nvSpPr>
          <p:cNvPr id="10" name=""/>
          <p:cNvSpPr txBox="1"/>
          <p:nvPr/>
        </p:nvSpPr>
        <p:spPr>
          <a:xfrm>
            <a:off x="264600" y="5101560"/>
            <a:ext cx="9601200" cy="49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Figure_4_csaps_new_01.jpg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Produced with Figure_4_Correlations.m, which loads </a:t>
            </a:r>
            <a:r>
              <a:rPr b="0" lang="en-US" sz="1400" spc="-1" strike="noStrike">
                <a:solidFill>
                  <a:srgbClr val="000000"/>
                </a:solidFill>
                <a:latin typeface="Consolas;Courier"/>
                <a:ea typeface="Consolas;Courier"/>
              </a:rPr>
              <a:t>categories_2025-03-18_01.mat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264600" y="5101560"/>
            <a:ext cx="9601200" cy="49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Figure_4_csaps_new_02.jpg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Produced with Figure_4_Correlations.m, which loads </a:t>
            </a:r>
            <a:r>
              <a:rPr b="0" lang="en-US" sz="1400" spc="-1" strike="noStrike">
                <a:solidFill>
                  <a:srgbClr val="000000"/>
                </a:solidFill>
                <a:latin typeface="Consolas;Courier"/>
                <a:ea typeface="Consolas;Courier"/>
              </a:rPr>
              <a:t>categories_2025-03-18_02.mat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1289160" y="11880"/>
            <a:ext cx="7498080" cy="512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2025-03-18T12:09:17Z</dcterms:created>
  <dc:creator>Roman Zug</dc:creator>
  <dc:description/>
  <dc:language>en-US</dc:language>
  <cp:lastModifiedBy>Roman Zug</cp:lastModifiedBy>
  <dcterms:modified xsi:type="dcterms:W3CDTF">2025-03-18T18:09:28Z</dcterms:modified>
  <cp:revision>4</cp:revision>
  <dc:subject/>
  <dc:title/>
</cp:coreProperties>
</file>