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932D46-1E63-4F3F-BF3B-BE3CC32117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BAFDF6D-6BCC-43C3-BF7B-B95E93C4BD6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289160" y="9000"/>
            <a:ext cx="7507080" cy="5157360"/>
          </a:xfrm>
          <a:prstGeom prst="rect">
            <a:avLst/>
          </a:prstGeom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228600" y="5166360"/>
            <a:ext cx="8686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Figure 3 without seasonality, with maxmax to find optimal values.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1289160" y="9000"/>
            <a:ext cx="7507080" cy="513900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228600" y="5166360"/>
            <a:ext cx="8686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Figure 3 without seasonality, with poly (degree = 2) to find optimal values.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28600" y="5166360"/>
            <a:ext cx="8686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Figure 3 without seasonality, with poly (degree = 3) to find optimal values.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1289160" y="9000"/>
            <a:ext cx="7498080" cy="513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1289160" y="9000"/>
            <a:ext cx="7498080" cy="5157360"/>
          </a:xfrm>
          <a:prstGeom prst="rect">
            <a:avLst/>
          </a:prstGeom>
          <a:ln w="0">
            <a:noFill/>
          </a:ln>
        </p:spPr>
      </p:pic>
      <p:sp>
        <p:nvSpPr>
          <p:cNvPr id="14" name=""/>
          <p:cNvSpPr txBox="1"/>
          <p:nvPr/>
        </p:nvSpPr>
        <p:spPr>
          <a:xfrm>
            <a:off x="228600" y="5166360"/>
            <a:ext cx="86868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Figure 3 without seasonality, with csaps to find optimal values.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2025-03-19T12:05:51Z</dcterms:created>
  <dc:creator>Roman Zug</dc:creator>
  <dc:description/>
  <dc:language>en-US</dc:language>
  <cp:lastModifiedBy>Roman Zug</cp:lastModifiedBy>
  <dcterms:modified xsi:type="dcterms:W3CDTF">2025-03-19T17:11:58Z</dcterms:modified>
  <cp:revision>5</cp:revision>
  <dc:subject/>
  <dc:title/>
</cp:coreProperties>
</file>