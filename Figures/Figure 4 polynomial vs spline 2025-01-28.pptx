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BA4E6-2F7A-4B8A-A9DB-C59A42A14E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4D0EDA-1E42-4A83-B239-4AAD42DBAA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48CC68-DBFA-430A-8208-5A455747C30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382400" y="91440"/>
            <a:ext cx="7314840" cy="517500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645120" y="5257800"/>
            <a:ext cx="87897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Figure 4 based on {x*, y*} pairs found using polynomial regression (what we did)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378080" y="91440"/>
            <a:ext cx="7323840" cy="517500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239400" y="5257800"/>
            <a:ext cx="96008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Figure 4 based on {x*, y*} pairs found using regression splines (GAM) (suggested by one reviewer)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rcRect l="6803" t="0" r="4756" b="0"/>
          <a:stretch/>
        </p:blipFill>
        <p:spPr>
          <a:xfrm>
            <a:off x="685800" y="234360"/>
            <a:ext cx="8915040" cy="518652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219600" y="5257800"/>
            <a:ext cx="96418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 high y* values, we only find positive correlations between queen lifespan and fecundity (polynomial approach)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rcRect l="6803" t="0" r="4756" b="0"/>
          <a:stretch/>
        </p:blipFill>
        <p:spPr>
          <a:xfrm>
            <a:off x="685800" y="234360"/>
            <a:ext cx="8915040" cy="518652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219600" y="5257800"/>
            <a:ext cx="96418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For high y* values, we mostly find positive correlations between queen lifespan and fecundity (spline approach)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2025-01-25T21:56:49Z</dcterms:created>
  <dc:creator>Roman Zug</dc:creator>
  <dc:description/>
  <dc:language>en-US</dc:language>
  <cp:lastModifiedBy>Roman Zug</cp:lastModifiedBy>
  <dcterms:modified xsi:type="dcterms:W3CDTF">2025-01-28T11:18:23Z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